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арья Чупина" initials="ДЧ" lastIdx="1" clrIdx="0">
    <p:extLst>
      <p:ext uri="{19B8F6BF-5375-455C-9EA6-DF929625EA0E}">
        <p15:presenceInfo xmlns:p15="http://schemas.microsoft.com/office/powerpoint/2012/main" userId="aca489d8a9b62f6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5T00:20:49.907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9AE99A6-5C20-41AC-B53F-FD2E150C2048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5CC71FB-1A62-4474-BDA1-11602C64EF2B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04288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E99A6-5C20-41AC-B53F-FD2E150C2048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71FB-1A62-4474-BDA1-11602C64E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2987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9AE99A6-5C20-41AC-B53F-FD2E150C2048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5CC71FB-1A62-4474-BDA1-11602C64EF2B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819532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E99A6-5C20-41AC-B53F-FD2E150C2048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71FB-1A62-4474-BDA1-11602C64E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3843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E99A6-5C20-41AC-B53F-FD2E150C2048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71FB-1A62-4474-BDA1-11602C64E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5115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E99A6-5C20-41AC-B53F-FD2E150C2048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71FB-1A62-4474-BDA1-11602C64E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268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E99A6-5C20-41AC-B53F-FD2E150C2048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71FB-1A62-4474-BDA1-11602C64E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59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B9AE99A6-5C20-41AC-B53F-FD2E150C2048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F5CC71FB-1A62-4474-BDA1-11602C64EF2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09453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B9AE99A6-5C20-41AC-B53F-FD2E150C2048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F5CC71FB-1A62-4474-BDA1-11602C64E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926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E99A6-5C20-41AC-B53F-FD2E150C2048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71FB-1A62-4474-BDA1-11602C64E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19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E99A6-5C20-41AC-B53F-FD2E150C2048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C71FB-1A62-4474-BDA1-11602C64EF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983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9AE99A6-5C20-41AC-B53F-FD2E150C2048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5CC71FB-1A62-4474-BDA1-11602C64EF2B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5194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F567DF-983A-4CC7-B98C-C7A292C1F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358" y="1622170"/>
            <a:ext cx="10515714" cy="3100750"/>
          </a:xfrm>
        </p:spPr>
        <p:txBody>
          <a:bodyPr/>
          <a:lstStyle/>
          <a:p>
            <a:r>
              <a:rPr lang="ru-RU" sz="4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</a:t>
            </a:r>
            <a:r>
              <a:rPr lang="en-US" sz="4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MemeMaster</a:t>
            </a:r>
            <a:r>
              <a:rPr lang="ru-RU" sz="4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»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D43E11-EF15-45F7-965D-04A364612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561945"/>
            <a:ext cx="6762617" cy="742279"/>
          </a:xfrm>
        </p:spPr>
        <p:txBody>
          <a:bodyPr>
            <a:normAutofit fontScale="55000" lnSpcReduction="20000"/>
          </a:bodyPr>
          <a:lstStyle/>
          <a:p>
            <a:r>
              <a:rPr lang="ru-RU" sz="2200" dirty="0">
                <a:solidFill>
                  <a:schemeClr val="tx1"/>
                </a:solidFill>
                <a:effectLst/>
                <a:latin typeface="Average"/>
              </a:rPr>
              <a:t>Выполняли: </a:t>
            </a:r>
            <a:r>
              <a:rPr lang="ru-RU" sz="2200" dirty="0" err="1">
                <a:solidFill>
                  <a:schemeClr val="tx1"/>
                </a:solidFill>
                <a:effectLst/>
                <a:latin typeface="Average"/>
              </a:rPr>
              <a:t>Платаева</a:t>
            </a:r>
            <a:r>
              <a:rPr lang="ru-RU" sz="2200" dirty="0">
                <a:solidFill>
                  <a:schemeClr val="tx1"/>
                </a:solidFill>
                <a:effectLst/>
                <a:latin typeface="Average"/>
              </a:rPr>
              <a:t> Ярослава</a:t>
            </a:r>
            <a:endParaRPr lang="ru-RU" sz="2200" dirty="0">
              <a:solidFill>
                <a:schemeClr val="tx1"/>
              </a:solidFill>
              <a:effectLst/>
            </a:endParaRPr>
          </a:p>
          <a:p>
            <a:r>
              <a:rPr lang="en-US" sz="2200" dirty="0">
                <a:solidFill>
                  <a:schemeClr val="tx1"/>
                </a:solidFill>
                <a:effectLst/>
                <a:latin typeface="Average"/>
              </a:rPr>
              <a:t>           </a:t>
            </a:r>
            <a:r>
              <a:rPr lang="ru-RU" sz="2200" dirty="0">
                <a:solidFill>
                  <a:schemeClr val="tx1"/>
                </a:solidFill>
                <a:effectLst/>
                <a:latin typeface="Average"/>
              </a:rPr>
              <a:t>попова Алена</a:t>
            </a:r>
            <a:endParaRPr lang="ru-RU" sz="2200" dirty="0">
              <a:solidFill>
                <a:schemeClr val="tx1"/>
              </a:solidFill>
              <a:effectLst/>
            </a:endParaRPr>
          </a:p>
          <a:p>
            <a:r>
              <a:rPr lang="en-US" sz="2200" dirty="0">
                <a:solidFill>
                  <a:schemeClr val="tx1"/>
                </a:solidFill>
                <a:effectLst/>
                <a:latin typeface="Average"/>
              </a:rPr>
              <a:t>           </a:t>
            </a:r>
            <a:r>
              <a:rPr lang="ru-RU" sz="2200" dirty="0">
                <a:solidFill>
                  <a:schemeClr val="tx1"/>
                </a:solidFill>
                <a:effectLst/>
                <a:latin typeface="Average"/>
              </a:rPr>
              <a:t>Чупина Дарья</a:t>
            </a:r>
            <a:endParaRPr lang="ru-RU" sz="2200" dirty="0">
              <a:solidFill>
                <a:schemeClr val="tx1"/>
              </a:solidFill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313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6F1174-9071-49B8-ABB6-CE57378C3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1385562"/>
            <a:ext cx="10178322" cy="1492132"/>
          </a:xfrm>
        </p:spPr>
        <p:txBody>
          <a:bodyPr/>
          <a:lstStyle/>
          <a:p>
            <a:r>
              <a:rPr lang="ru-RU" dirty="0"/>
              <a:t>Цель: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64F9DE-EA40-4966-B2BC-7A569396F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Разработать </a:t>
            </a:r>
            <a:r>
              <a:rPr lang="ru-RU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desktop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-приложение на языке Python с графическим интерфейсом, позволяющее пользователю быстро и удобно накладывать текст на изображение для создания мемов.</a:t>
            </a:r>
            <a:endParaRPr lang="ru-RU" sz="2800" dirty="0"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9542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4BF4F1-86F5-4B98-A3CF-C8A21F388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101" y="222979"/>
            <a:ext cx="10178322" cy="1492132"/>
          </a:xfrm>
        </p:spPr>
        <p:txBody>
          <a:bodyPr/>
          <a:lstStyle/>
          <a:p>
            <a:r>
              <a:rPr lang="ru-RU" dirty="0"/>
              <a:t>Задачи: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E6494E-7D84-4BAC-921F-80A29A4BA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101" y="594411"/>
            <a:ext cx="5297040" cy="6040610"/>
          </a:xfrm>
        </p:spPr>
        <p:txBody>
          <a:bodyPr>
            <a:normAutofit/>
          </a:bodyPr>
          <a:lstStyle/>
          <a:p>
            <a:pPr indent="0" algn="just">
              <a:spcBef>
                <a:spcPts val="0"/>
              </a:spcBef>
              <a:spcAft>
                <a:spcPts val="800"/>
              </a:spcAft>
              <a:buNone/>
            </a:pPr>
            <a:endParaRPr lang="ru-RU" sz="2400" dirty="0">
              <a:effectLst/>
            </a:endParaRPr>
          </a:p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1. </a:t>
            </a:r>
            <a:r>
              <a:rPr lang="ru-RU" sz="2000" b="1" dirty="0">
                <a:solidFill>
                  <a:srgbClr val="0F1115"/>
                </a:solidFill>
                <a:effectLst/>
                <a:latin typeface="quote-cjk-patch"/>
              </a:rPr>
              <a:t>Загрузка картинки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000" dirty="0">
                <a:solidFill>
                  <a:srgbClr val="0F1115"/>
                </a:solidFill>
                <a:effectLst/>
                <a:latin typeface="quote-cjk-patch"/>
              </a:rPr>
              <a:t>📁 JPEG · PNG · BMP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2000" dirty="0">
                <a:solidFill>
                  <a:srgbClr val="0F1115"/>
                </a:solidFill>
                <a:effectLst/>
                <a:latin typeface="quote-cjk-patch"/>
              </a:rPr>
              <a:t>с локального диска</a:t>
            </a:r>
          </a:p>
          <a:p>
            <a:pPr marL="0" indent="0" algn="l">
              <a:buNone/>
            </a:pPr>
            <a:endParaRPr lang="ru-RU" sz="20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sz="2000" b="1" dirty="0">
                <a:solidFill>
                  <a:srgbClr val="0F1115"/>
                </a:solidFill>
                <a:effectLst/>
                <a:latin typeface="quote-cjk-patch"/>
              </a:rPr>
              <a:t>2. Предпросмотр</a:t>
            </a:r>
          </a:p>
          <a:p>
            <a:pPr marL="0" indent="0" algn="l">
              <a:buNone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👁️ сразу после загрузки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изображение видно в реальном времени</a:t>
            </a:r>
          </a:p>
          <a:p>
            <a:pPr marL="0" indent="0" algn="l">
              <a:buNone/>
            </a:pPr>
            <a:endParaRPr lang="ru-RU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latin typeface="quote-cjk-patch"/>
              </a:rPr>
              <a:t>3. 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Текст для мема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📝 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Верхний текст</a:t>
            </a:r>
            <a:br>
              <a:rPr lang="ru-RU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📝 Нижний текст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04A08D-0DF6-4B98-B953-FFCB3BC00CBB}"/>
              </a:ext>
            </a:extLst>
          </p:cNvPr>
          <p:cNvSpPr txBox="1"/>
          <p:nvPr/>
        </p:nvSpPr>
        <p:spPr>
          <a:xfrm>
            <a:off x="6600939" y="1429502"/>
            <a:ext cx="609824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ru-RU" sz="2000" b="1" dirty="0">
                <a:solidFill>
                  <a:srgbClr val="0F1115"/>
                </a:solidFill>
                <a:effectLst/>
                <a:latin typeface="quote-cjk-patch"/>
              </a:rPr>
              <a:t>4. Создать мем</a:t>
            </a:r>
          </a:p>
          <a:p>
            <a:pPr marL="0" indent="0" algn="l">
              <a:buNone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по кнопке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→ текст накладывается поверх картинки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🎨 белый цвет + чёрная обводка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5. </a:t>
            </a:r>
            <a:r>
              <a:rPr lang="ru-RU" sz="2000" b="1" dirty="0">
                <a:latin typeface="quote-cjk-patch"/>
              </a:rPr>
              <a:t>Сохранение результата</a:t>
            </a:r>
          </a:p>
          <a:p>
            <a:r>
              <a:rPr lang="ru-RU" sz="2000" dirty="0"/>
              <a:t>💾 PNG или JPEG</a:t>
            </a:r>
          </a:p>
          <a:p>
            <a:endParaRPr lang="en-US" sz="2000" dirty="0"/>
          </a:p>
          <a:p>
            <a:endParaRPr lang="ru-RU" sz="2000" dirty="0"/>
          </a:p>
          <a:p>
            <a:pPr algn="l"/>
            <a:r>
              <a:rPr lang="ru-RU" sz="2000" b="1" dirty="0">
                <a:solidFill>
                  <a:srgbClr val="0F1115"/>
                </a:solidFill>
                <a:effectLst/>
                <a:latin typeface="quote-cjk-patch"/>
              </a:rPr>
              <a:t>6. Защита от ошибок</a:t>
            </a:r>
          </a:p>
          <a:p>
            <a:pPr algn="l"/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⚠️ если картинки нет → показывать понятное предупреждение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4344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743EBE-84E9-44AE-804F-DBF882913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1474339"/>
            <a:ext cx="10178322" cy="1492132"/>
          </a:xfrm>
        </p:spPr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00F10-92C4-4383-80D1-63014191B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401411"/>
            <a:ext cx="10178322" cy="3593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Мемы - основной способ передачи эмоций в интернете. Онлайн-редакторы имеют недостатки: реклама, ограничения, нужен интернет. Наше приложение - офлайн, бесплатно и просто.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721026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26BF6-84D2-4C1F-89D0-E9424FDF5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Функциональные 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0B99BE-1ECE-445E-9FE9-97E7A67BD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469" y="1389894"/>
            <a:ext cx="5672905" cy="1661993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🖼️ Загрузка и ввод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FR-1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–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загрузка изображения (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JPEG, PNG, BMP)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FR-2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–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предпросмотр загруженного изображения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FR-3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–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ввод верхнего текста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FR-4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–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ввод нижнего текста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74143-DA13-4965-AE0C-A9431AE426B9}"/>
              </a:ext>
            </a:extLst>
          </p:cNvPr>
          <p:cNvSpPr txBox="1"/>
          <p:nvPr/>
        </p:nvSpPr>
        <p:spPr>
          <a:xfrm>
            <a:off x="4935984" y="3105834"/>
            <a:ext cx="65561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dirty="0">
                <a:solidFill>
                  <a:srgbClr val="0F1115"/>
                </a:solidFill>
                <a:effectLst/>
                <a:latin typeface="quote-cjk-patch"/>
              </a:rPr>
              <a:t>🎨 Создание мема</a:t>
            </a:r>
          </a:p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FR-5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– наложение текста на изображение по кнопке «Создать мем»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FR-6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– классический стиль: </a:t>
            </a:r>
            <a:r>
              <a:rPr lang="ru-RU" sz="2000" i="0" dirty="0">
                <a:solidFill>
                  <a:srgbClr val="0F1115"/>
                </a:solidFill>
                <a:effectLst/>
                <a:latin typeface="quote-cjk-patch"/>
              </a:rPr>
              <a:t>белый текст + чёрная обводка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FF029-494F-461A-9366-753D58F25BFA}"/>
              </a:ext>
            </a:extLst>
          </p:cNvPr>
          <p:cNvSpPr txBox="1"/>
          <p:nvPr/>
        </p:nvSpPr>
        <p:spPr>
          <a:xfrm>
            <a:off x="1475912" y="4802255"/>
            <a:ext cx="6556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dirty="0">
                <a:solidFill>
                  <a:srgbClr val="0F1115"/>
                </a:solidFill>
                <a:effectLst/>
                <a:latin typeface="quote-cjk-patch"/>
              </a:rPr>
              <a:t>💾 Сохранение и контроль</a:t>
            </a:r>
          </a:p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FR-7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– сохранение результата в </a:t>
            </a:r>
            <a:r>
              <a:rPr lang="ru-RU" sz="2000" i="0" dirty="0">
                <a:solidFill>
                  <a:srgbClr val="0F1115"/>
                </a:solidFill>
                <a:effectLst/>
                <a:latin typeface="quote-cjk-patch"/>
              </a:rPr>
              <a:t>PNG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или </a:t>
            </a:r>
            <a:r>
              <a:rPr lang="ru-RU" sz="2000" i="0" dirty="0">
                <a:solidFill>
                  <a:srgbClr val="0F1115"/>
                </a:solidFill>
                <a:effectLst/>
                <a:latin typeface="quote-cjk-patch"/>
              </a:rPr>
              <a:t>JPEG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FR-8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– предупреждение, если изображение </a:t>
            </a:r>
            <a:r>
              <a:rPr lang="ru-RU" sz="2000" i="0" dirty="0">
                <a:solidFill>
                  <a:srgbClr val="0F1115"/>
                </a:solidFill>
                <a:effectLst/>
                <a:latin typeface="quote-cjk-patch"/>
              </a:rPr>
              <a:t>не загружено</a:t>
            </a:r>
          </a:p>
        </p:txBody>
      </p:sp>
    </p:spTree>
    <p:extLst>
      <p:ext uri="{BB962C8B-B14F-4D97-AF65-F5344CB8AC3E}">
        <p14:creationId xmlns:p14="http://schemas.microsoft.com/office/powerpoint/2010/main" val="2622199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E4167-6A6B-4B36-9B40-F3F59EA9B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Нефункциональные 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C6D7D9-2F1B-4758-9593-F8C03A525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85041"/>
            <a:ext cx="4731872" cy="1726706"/>
          </a:xfrm>
        </p:spPr>
        <p:txBody>
          <a:bodyPr/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🐍 Технологии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NFR-1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– Python 3.8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или выше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NFR-2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–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графический интерфейс: </a:t>
            </a:r>
            <a:r>
              <a:rPr lang="en-US" i="0" dirty="0" err="1">
                <a:solidFill>
                  <a:srgbClr val="0F1115"/>
                </a:solidFill>
                <a:effectLst/>
                <a:latin typeface="quote-cjk-patch"/>
              </a:rPr>
              <a:t>Tkinter</a:t>
            </a: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NFR-3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–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обработка изображений: </a:t>
            </a:r>
            <a:r>
              <a:rPr lang="en-US" i="0" dirty="0">
                <a:solidFill>
                  <a:srgbClr val="0F1115"/>
                </a:solidFill>
                <a:effectLst/>
                <a:latin typeface="quote-cjk-patch"/>
              </a:rPr>
              <a:t>Pillow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13880-7D2B-4538-8BB0-FB7287F57226}"/>
              </a:ext>
            </a:extLst>
          </p:cNvPr>
          <p:cNvSpPr txBox="1"/>
          <p:nvPr/>
        </p:nvSpPr>
        <p:spPr>
          <a:xfrm>
            <a:off x="6097480" y="3222844"/>
            <a:ext cx="60945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dirty="0">
                <a:solidFill>
                  <a:srgbClr val="0F1115"/>
                </a:solidFill>
                <a:effectLst/>
                <a:latin typeface="quote-cjk-patch"/>
              </a:rPr>
              <a:t>📴 Работа и скорость</a:t>
            </a:r>
          </a:p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NFR-4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– </a:t>
            </a:r>
            <a:r>
              <a:rPr lang="ru-RU" sz="2000" i="0" dirty="0">
                <a:solidFill>
                  <a:srgbClr val="0F1115"/>
                </a:solidFill>
                <a:effectLst/>
                <a:latin typeface="quote-cjk-patch"/>
              </a:rPr>
              <a:t>автономный режим 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(без интернета)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NFR-5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– отклик интерфейса</a:t>
            </a:r>
            <a:r>
              <a:rPr lang="ru-RU" sz="2000" i="0" dirty="0">
                <a:solidFill>
                  <a:srgbClr val="0F1115"/>
                </a:solidFill>
                <a:effectLst/>
                <a:latin typeface="quote-cjk-patch"/>
              </a:rPr>
              <a:t> ≤ 1 секунды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B5FD9-CB95-46CD-AB48-B3A3A8530906}"/>
              </a:ext>
            </a:extLst>
          </p:cNvPr>
          <p:cNvSpPr txBox="1"/>
          <p:nvPr/>
        </p:nvSpPr>
        <p:spPr>
          <a:xfrm>
            <a:off x="2061838" y="4766230"/>
            <a:ext cx="6094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dirty="0">
                <a:solidFill>
                  <a:srgbClr val="0F1115"/>
                </a:solidFill>
                <a:effectLst/>
                <a:latin typeface="quote-cjk-patch"/>
              </a:rPr>
              <a:t>🖥️ Интерфейс и код</a:t>
            </a:r>
          </a:p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NFR-6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– фиксированный размер окна: </a:t>
            </a:r>
            <a:r>
              <a:rPr lang="ru-RU" sz="2000" i="0" dirty="0">
                <a:solidFill>
                  <a:srgbClr val="0F1115"/>
                </a:solidFill>
                <a:effectLst/>
                <a:latin typeface="quote-cjk-patch"/>
              </a:rPr>
              <a:t>700×600 </a:t>
            </a:r>
            <a:r>
              <a:rPr lang="ru-RU" sz="2000" i="0" dirty="0" err="1">
                <a:solidFill>
                  <a:srgbClr val="0F1115"/>
                </a:solidFill>
                <a:effectLst/>
                <a:latin typeface="quote-cjk-patch"/>
              </a:rPr>
              <a:t>px</a:t>
            </a:r>
            <a:b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NFR-7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– структурированный код (классы + функции + комментарии)</a:t>
            </a:r>
          </a:p>
        </p:txBody>
      </p:sp>
    </p:spTree>
    <p:extLst>
      <p:ext uri="{BB962C8B-B14F-4D97-AF65-F5344CB8AC3E}">
        <p14:creationId xmlns:p14="http://schemas.microsoft.com/office/powerpoint/2010/main" val="3900328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073D36-22B9-4798-B03B-4BC7B2FA2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682927"/>
            <a:ext cx="10178322" cy="1492132"/>
          </a:xfrm>
        </p:spPr>
        <p:txBody>
          <a:bodyPr/>
          <a:lstStyle/>
          <a:p>
            <a:r>
              <a:rPr lang="ru-RU" dirty="0"/>
              <a:t>Используемые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669ED3-91DD-4DA8-94B0-3C3279FEE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520" y="1544490"/>
            <a:ext cx="9463670" cy="6818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1800" b="1" dirty="0">
                <a:solidFill>
                  <a:srgbClr val="0F1115"/>
                </a:solidFill>
                <a:effectLst/>
                <a:latin typeface="quote-cjk-patch"/>
              </a:rPr>
              <a:t>🐍 Язык программирования: </a:t>
            </a:r>
            <a:r>
              <a:rPr lang="en-US" sz="1800" b="1" dirty="0">
                <a:solidFill>
                  <a:srgbClr val="0F1115"/>
                </a:solidFill>
                <a:effectLst/>
                <a:latin typeface="quote-cjk-patch"/>
              </a:rPr>
              <a:t>Python</a:t>
            </a:r>
            <a:endParaRPr lang="ru-RU" sz="1800" b="1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sz="1800" b="0" i="0" dirty="0">
                <a:solidFill>
                  <a:srgbClr val="0F1115"/>
                </a:solidFill>
                <a:effectLst/>
                <a:latin typeface="quote-cjk-patch"/>
              </a:rPr>
              <a:t>Простой и понятный синтаксис.</a:t>
            </a:r>
          </a:p>
          <a:p>
            <a:pPr marL="0" indent="0" algn="l">
              <a:buNone/>
            </a:pP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buNone/>
            </a:pP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00E7CA-9D54-489E-8EDF-A44FFE31FD9E}"/>
              </a:ext>
            </a:extLst>
          </p:cNvPr>
          <p:cNvSpPr txBox="1"/>
          <p:nvPr/>
        </p:nvSpPr>
        <p:spPr>
          <a:xfrm>
            <a:off x="1229520" y="2429012"/>
            <a:ext cx="83406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Графический интерфейс: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Tkinter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Кроссплатформенный - Windows,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macOS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Linux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Готовые компоненты - окна, кнопки, текстовые поля, диалоги выбора файлов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73AD8D-C5D9-4B7C-9136-4C9DBAE9B660}"/>
              </a:ext>
            </a:extLst>
          </p:cNvPr>
          <p:cNvSpPr txBox="1"/>
          <p:nvPr/>
        </p:nvSpPr>
        <p:spPr>
          <a:xfrm>
            <a:off x="1229520" y="3555998"/>
            <a:ext cx="76680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Работа с изображениями: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Pillow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(PIL)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Форматы: JPEG, PNG, BMP</a:t>
            </a: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Функции: рисование текста, шрифты, цвета, обводка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82D2B5-CAA7-46E4-A6BD-8A73209DD207}"/>
              </a:ext>
            </a:extLst>
          </p:cNvPr>
          <p:cNvSpPr txBox="1"/>
          <p:nvPr/>
        </p:nvSpPr>
        <p:spPr>
          <a:xfrm>
            <a:off x="1229520" y="4682984"/>
            <a:ext cx="7517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Диалоги выбора файлов: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filedialog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(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Tkinter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Готовые окна для загрузки и сохранения файлов.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3F32A6-483A-4194-965B-28237BB2D43B}"/>
              </a:ext>
            </a:extLst>
          </p:cNvPr>
          <p:cNvSpPr txBox="1"/>
          <p:nvPr/>
        </p:nvSpPr>
        <p:spPr>
          <a:xfrm>
            <a:off x="1251678" y="5479347"/>
            <a:ext cx="88599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Уведомления: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messagebox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из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Tkinter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Модуль используется для вывода предупреждений</a:t>
            </a:r>
            <a:r>
              <a:rPr lang="ru-RU" dirty="0">
                <a:solidFill>
                  <a:srgbClr val="0F1115"/>
                </a:solidFill>
                <a:latin typeface="quote-cjk-patch"/>
              </a:rPr>
              <a:t>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610132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9C97C-6D32-4958-BCD2-DE26B778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тестирование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D95057B-A2C8-468C-8FCB-F10CC2076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3413" y="1262537"/>
            <a:ext cx="5939161" cy="532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68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7CCA1-F1A8-4D1C-B685-18740015F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4F4E7B4-862E-4281-B75F-00BF954D8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0998" y="82367"/>
            <a:ext cx="5449841" cy="490111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3911A8-6FC2-42B3-AC5D-7445CA4E9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333" y="249561"/>
            <a:ext cx="2905125" cy="10001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C6F7191-1048-4052-BD70-FCEAB9557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007" y="1694990"/>
            <a:ext cx="4314825" cy="41148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30545F-455E-4164-9C86-D45A6245A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7146" y="6055076"/>
            <a:ext cx="5940425" cy="64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95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7B840D-87DB-4535-A952-DCEFE015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54B60A-C85A-4D23-BF1D-A49A463D4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AE5E46-889B-41A9-8F8E-F1669CB4E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350" y="263327"/>
            <a:ext cx="7003634" cy="633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60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66B58-79B2-4AF8-9701-EC44A3980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BF0C41-79F4-414B-8AA7-37DFBD1E5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DFD027B-8AF7-40F4-834A-3E35AFA8B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85" y="354453"/>
            <a:ext cx="5288495" cy="238353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17AB2A-03D0-4D61-8B8A-E24E7572C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880" y="1546218"/>
            <a:ext cx="5293618" cy="475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68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A42C1A-A765-469A-8E88-553A414ED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342EBC-4035-43DF-B5FD-DC616DCA0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858" y="451688"/>
            <a:ext cx="6516283" cy="5833657"/>
          </a:xfrm>
          <a:prstGeom prst="rect">
            <a:avLst/>
          </a:prstGeom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4391CBD6-B699-4594-B36D-558D50FBF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086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F85F13-02AA-41C3-BE8A-4640D22B4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680C28-143B-4A26-A8F3-F6BA53C03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720" y="2152803"/>
            <a:ext cx="4878280" cy="4406878"/>
          </a:xfrm>
          <a:prstGeom prst="rect">
            <a:avLst/>
          </a:pr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A39A6D36-2C10-4334-AC13-4D325115D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18672" y="231623"/>
            <a:ext cx="4793856" cy="435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4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F6632A-EEB4-4224-B206-DB1357BF8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661D2F-405E-4B7C-9EA7-094FA6BAC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535" y="74635"/>
            <a:ext cx="5043339" cy="4504772"/>
          </a:xfrm>
          <a:prstGeom prst="rect">
            <a:avLst/>
          </a:pr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0507F396-74E0-4BF8-BF09-F1A26437AD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4513" y="1997476"/>
            <a:ext cx="4965487" cy="450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12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A0D582-91E2-44D7-8EFE-F4ED914B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354" y="1215263"/>
            <a:ext cx="10178322" cy="1492132"/>
          </a:xfrm>
        </p:spPr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75CE77-F198-40BB-B2DD-0F9D5B99E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19714"/>
            <a:ext cx="10178322" cy="1930892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Все функциональные и нефункциональные требования выполнены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Приложение работает автономно и не требует доступа в интернет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Программа проста в использовании и имеет минимальный порог входа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664159-E783-4044-AC85-73FA00AB4902}"/>
              </a:ext>
            </a:extLst>
          </p:cNvPr>
          <p:cNvSpPr txBox="1"/>
          <p:nvPr/>
        </p:nvSpPr>
        <p:spPr>
          <a:xfrm>
            <a:off x="1420354" y="4257742"/>
            <a:ext cx="77302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Перспективы развития</a:t>
            </a:r>
          </a:p>
          <a:p>
            <a:pPr algn="l"/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Проект может быть доработан добавлением шрифтов, изменением цветов текста, масштабированием изображения, экспортом в другие форматы.</a:t>
            </a:r>
          </a:p>
        </p:txBody>
      </p:sp>
    </p:spTree>
    <p:extLst>
      <p:ext uri="{BB962C8B-B14F-4D97-AF65-F5344CB8AC3E}">
        <p14:creationId xmlns:p14="http://schemas.microsoft.com/office/powerpoint/2010/main" val="299815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CAC7A9-7FC4-4C8F-90A2-FED626BA1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870" y="2809316"/>
            <a:ext cx="11039382" cy="2546959"/>
          </a:xfrm>
        </p:spPr>
        <p:txBody>
          <a:bodyPr>
            <a:normAutofit/>
          </a:bodyPr>
          <a:lstStyle/>
          <a:p>
            <a:r>
              <a:rPr lang="ru-RU" sz="5500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D55C85-B6BC-456A-BF7E-2C5CBBE43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701093"/>
      </p:ext>
    </p:extLst>
  </p:cSld>
  <p:clrMapOvr>
    <a:masterClrMapping/>
  </p:clrMapOvr>
</p:sld>
</file>

<file path=ppt/theme/theme1.xml><?xml version="1.0" encoding="utf-8"?>
<a:theme xmlns:a="http://schemas.openxmlformats.org/drawingml/2006/main" name="Эмблема">
  <a:themeElements>
    <a:clrScheme name="Эмблема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79</TotalTime>
  <Words>436</Words>
  <Application>Microsoft Office PowerPoint</Application>
  <PresentationFormat>Широкоэкранный</PresentationFormat>
  <Paragraphs>65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Average</vt:lpstr>
      <vt:lpstr>Corbel</vt:lpstr>
      <vt:lpstr>Gill Sans MT</vt:lpstr>
      <vt:lpstr>Impact</vt:lpstr>
      <vt:lpstr>quote-cjk-patch</vt:lpstr>
      <vt:lpstr>Times New Roman</vt:lpstr>
      <vt:lpstr>Эмблема</vt:lpstr>
      <vt:lpstr>«MemeMaster»</vt:lpstr>
      <vt:lpstr>Цель:</vt:lpstr>
      <vt:lpstr>Задачи:</vt:lpstr>
      <vt:lpstr>актуальность</vt:lpstr>
      <vt:lpstr>Функциональные требования</vt:lpstr>
      <vt:lpstr>Нефункциональные требования</vt:lpstr>
      <vt:lpstr>Используемые технологии</vt:lpstr>
      <vt:lpstr>тестирование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«MemeMaster – Создай свой мем!»</dc:title>
  <dc:creator>Дарья Чупина</dc:creator>
  <cp:lastModifiedBy>Дарья Чупина</cp:lastModifiedBy>
  <cp:revision>11</cp:revision>
  <dcterms:created xsi:type="dcterms:W3CDTF">2026-05-14T17:05:42Z</dcterms:created>
  <dcterms:modified xsi:type="dcterms:W3CDTF">2026-05-20T15:55:35Z</dcterms:modified>
</cp:coreProperties>
</file>